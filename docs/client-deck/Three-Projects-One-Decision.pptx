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1.5–2M of capital, looking for an off-plan one- or two-bedroom that earns. Three shortlisted projects that answer it in three completely different ways.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2,000,000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590–650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1,513,250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899,650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50468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8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The full cost stack is on the next slide. Floareá's numbers come from a live sales offer (unit FS 611, 18 July 2026); Arancia and Celesto are still to be confirmed. Not financial advice.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COST, LINE BY 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price to net return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cost a buyer actually pays, and what is left at the end of a year. One bedroom, entry unit, same method for all three.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bedroom · 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unit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  (discount possible)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860,000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 to buy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1,513,250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899,650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€352,739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€209,708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  (14/sqft)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  (15/sqft)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7,080  (12/sqft)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return = rent − service charge. Yield = net return ÷ total cost including DLD and admin. FX 1 EUR = 4.29 AED. Floareá confirmed; Arancia and Celesto prices to be verified on a price list. Not financial advice.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quote a two-bedroom, and the spread is wide — AED 780,000 between the cheapest and the dearest before a single fee is added.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4086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1,320,000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1,105–1,170 sqft · 3 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1,623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2,189,250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1,378,050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of 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14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Airport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14/sqft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1,450,000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4315968"/>
            <a:ext cx="2743200" cy="1298448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851392" y="4315968"/>
            <a:ext cx="2743200" cy="12984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€337,995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€13,520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1,513,250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€352,739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€20,979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15/sqft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RENT · HIGHEST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/ SQFT · PREMIUM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12 / sqft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42,000 − service charge 3,910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€8,879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590 SQFT · PRICE ESTIMATED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≈860,000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€200,466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899,650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€209,708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68,000 − service charge 7,080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AED 12/sqft, published for Celesto Tower — confirm for Celesto 4. Net return = rent − service charge; yield = net return ÷ total cost including DLD and admin.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1.2M all-in for the mid yield of the three at 5.7% — a size-and-timing buy more than an income buy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of AED 14/sqft is above Celesto's 12 — the rooftop pool and meditation deck cost something to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confirmed AED 1.45M price it is the dearest per foot (1,933) and the lowest yield of the three at 5.2%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with no published service charge, and the heaviest amenity and landscape load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the smallest of the three at 590 sqft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 — and the developer will talk about the price.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best address and the strongest rent, and I can wait until 2029.”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90,000 a year — the highest rent of the three — OMNIYAT's brand and the only true community. Priced for it at 1,933/sqft.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and the best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6.8% on the least capital, 1% a month for 30 months, metro at one minute.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266944"/>
            <a:ext cx="11027664" cy="987552"/>
          </a:xfrm>
          <a:prstGeom prst="roundRect">
            <a:avLst>
              <a:gd name="adj" fmla="val 277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376672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recommendation: Floareá Skies.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only project where every figure is confirmed by the developer in writing — and the most complete buy of the three: the largest one-bedroom at 837 sqft, delivered fully fitted, the earliest keys at Q1 2028, and just 30% before handover. Your rent starts in JVC’s proven market a year ahead of the others, and the developer is open on price.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smart smaller cheque at 6.8%;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five-year address play — both strong second choices.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&amp; Allies Real Estate · 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85616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785616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+971 56 164 5645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80960" y="4261104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82128" y="4261104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marwan.w@bridgesandalliesre.com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80960" y="4736592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82128" y="473659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 </a:t>
            </a:r>
            <a:pPr indent="0" marL="0">
              <a:buNone/>
            </a:pPr>
            <a:r>
              <a:rPr lang="en-US" sz="11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 Al Fattan Office Tower · JBR · Dubai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2026-07-28T13:33:11Z</dcterms:created>
  <dcterms:modified xsi:type="dcterms:W3CDTF">2026-07-28T13:33:11Z</dcterms:modified>
</cp:coreProperties>
</file>